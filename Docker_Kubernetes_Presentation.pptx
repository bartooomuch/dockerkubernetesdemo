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8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DE5BD-AD4F-6729-0F7A-EAF66FF4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0C46-18D4-1491-CE56-67096951A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3A955-5572-7A87-2591-0D13FD3D4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E33AE-08AD-DD27-1D47-B62512AB87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8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cover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476" y="1172222"/>
            <a:ext cx="88108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haroni" panose="02010803020104030203" pitchFamily="2" charset="-79"/>
                <a:ea typeface="Arial" pitchFamily="34" charset="-122"/>
                <a:cs typeface="Aharoni" panose="02010803020104030203" pitchFamily="2" charset="-79"/>
              </a:rPr>
              <a:t>Docker Container &amp; Kubernetes</a:t>
            </a:r>
            <a:endParaRPr lang="en-US" sz="45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69355" y="1986644"/>
            <a:ext cx="50051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haroni" panose="02010803020104030203" pitchFamily="2" charset="-79"/>
                <a:ea typeface="Arial" pitchFamily="34" charset="-122"/>
                <a:cs typeface="Aharoni" panose="02010803020104030203" pitchFamily="2" charset="-79"/>
              </a:rPr>
              <a:t>Modern Container Orchestration</a:t>
            </a:r>
            <a:endParaRPr lang="en-US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60281" y="3327875"/>
            <a:ext cx="5823284" cy="149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45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 4458 - Software Architecture &amp; Design</a:t>
            </a:r>
            <a:b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Ali Haktan SIĞIN – 21070001004</a:t>
            </a:r>
            <a:b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Ülkü Bartu SERBEST – 19070001037</a:t>
            </a:r>
            <a:b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Yaşar University, November 2025</a:t>
            </a: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Docker?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422945"/>
            <a:ext cx="8534400" cy="1409700"/>
          </a:xfrm>
          <a:prstGeom prst="roundRect">
            <a:avLst>
              <a:gd name="adj" fmla="val 6969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 flipH="1">
            <a:off x="333375" y="1422945"/>
            <a:ext cx="4184" cy="1409700"/>
          </a:xfrm>
          <a:prstGeom prst="line">
            <a:avLst/>
          </a:prstGeom>
          <a:noFill/>
          <a:ln w="57150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0550" y="1539634"/>
            <a:ext cx="818045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0550" y="1807578"/>
            <a:ext cx="8180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works on my machine, but not on production!"</a:t>
            </a:r>
            <a:endParaRPr lang="en-US" sz="15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E1DC10AC-1425-1C88-7520-9A4881481DD8}"/>
              </a:ext>
            </a:extLst>
          </p:cNvPr>
          <p:cNvSpPr/>
          <p:nvPr/>
        </p:nvSpPr>
        <p:spPr>
          <a:xfrm>
            <a:off x="590550" y="2217883"/>
            <a:ext cx="8180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developers test apps on their own computers, everything works fine. But when the same app runs on the production server, it fails because the environments are not the same.</a:t>
            </a:r>
            <a:endParaRPr lang="en-US" sz="15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CCEC9CE9-31C9-B035-C66B-7E5BBFCADE1B}"/>
              </a:ext>
            </a:extLst>
          </p:cNvPr>
          <p:cNvSpPr/>
          <p:nvPr/>
        </p:nvSpPr>
        <p:spPr>
          <a:xfrm>
            <a:off x="304800" y="3100588"/>
            <a:ext cx="8534400" cy="1800926"/>
          </a:xfrm>
          <a:prstGeom prst="roundRect">
            <a:avLst>
              <a:gd name="adj" fmla="val 6969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DF10B070-E682-6CDD-6F7A-760AF1A4AE6E}"/>
              </a:ext>
            </a:extLst>
          </p:cNvPr>
          <p:cNvSpPr/>
          <p:nvPr/>
        </p:nvSpPr>
        <p:spPr>
          <a:xfrm flipH="1">
            <a:off x="333375" y="3100588"/>
            <a:ext cx="4184" cy="1800925"/>
          </a:xfrm>
          <a:prstGeom prst="line">
            <a:avLst/>
          </a:prstGeom>
          <a:noFill/>
          <a:ln w="57150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41D750D1-7C35-FE69-5647-A8A23C5E3676}"/>
              </a:ext>
            </a:extLst>
          </p:cNvPr>
          <p:cNvSpPr/>
          <p:nvPr/>
        </p:nvSpPr>
        <p:spPr>
          <a:xfrm>
            <a:off x="590550" y="3217278"/>
            <a:ext cx="818045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750"/>
              </a:spcAft>
              <a:buNone/>
            </a:pPr>
            <a:r>
              <a:rPr lang="en-US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Docker Solves</a:t>
            </a:r>
            <a:endParaRPr lang="en-US" sz="18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12BC4E1-BA4B-7D9C-C166-3D0F73EC70BB}"/>
              </a:ext>
            </a:extLst>
          </p:cNvPr>
          <p:cNvSpPr/>
          <p:nvPr/>
        </p:nvSpPr>
        <p:spPr>
          <a:xfrm>
            <a:off x="590550" y="3485222"/>
            <a:ext cx="8273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</a:t>
            </a: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developer need to install and configure all services directly on their OS on their local machine.</a:t>
            </a:r>
            <a:endParaRPr lang="en-US" sz="135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FFF409E7-9A18-4F67-7BF1-A04BE2001211}"/>
              </a:ext>
            </a:extLst>
          </p:cNvPr>
          <p:cNvSpPr/>
          <p:nvPr/>
        </p:nvSpPr>
        <p:spPr>
          <a:xfrm>
            <a:off x="590550" y="3895526"/>
            <a:ext cx="8180451" cy="88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Now: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Start service as a Docker container using a 1 Docker command.</a:t>
            </a:r>
          </a:p>
          <a:p>
            <a:pPr>
              <a:lnSpc>
                <a:spcPts val="21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Commands are the same for all OS and all services.</a:t>
            </a:r>
          </a:p>
          <a:p>
            <a:pPr>
              <a:lnSpc>
                <a:spcPts val="2100"/>
              </a:lnSpc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This eliminates "works on my machine" problems.</a:t>
            </a:r>
          </a:p>
        </p:txBody>
      </p:sp>
      <p:pic>
        <p:nvPicPr>
          <p:cNvPr id="28" name="Resim 27" descr="çizgi film, Animasyo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7771C09-45BA-3446-915F-E70DEAEF3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499" y="3725259"/>
            <a:ext cx="2536799" cy="122246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Docker?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04912"/>
            <a:ext cx="547954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is a platform that packages applications with all the necessary dependencies, configuration, system tools and runtime.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1933574"/>
            <a:ext cx="5165124" cy="2905126"/>
          </a:xfrm>
          <a:prstGeom prst="roundRect">
            <a:avLst>
              <a:gd name="adj" fmla="val 3749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3375" y="1933574"/>
            <a:ext cx="0" cy="2905126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0550" y="2162174"/>
            <a:ext cx="4954905" cy="359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38847" y="2521460"/>
            <a:ext cx="4857750" cy="220505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 err="1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</a:t>
            </a:r>
            <a:r>
              <a:rPr lang="en-US" sz="135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to build an image</a:t>
            </a:r>
            <a:b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5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FROM “OS”, COPY, RUN, CMD commands)</a:t>
            </a:r>
          </a:p>
          <a:p>
            <a:pPr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</a:t>
            </a: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(template) for creating containers</a:t>
            </a:r>
            <a:b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5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node:18-alpine)</a:t>
            </a:r>
          </a:p>
          <a:p>
            <a:pPr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Container:</a:t>
            </a: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Isolated environment with app and dependencies</a:t>
            </a:r>
            <a:b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5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a Node.js app with specific </a:t>
            </a:r>
            <a:r>
              <a:rPr lang="en-US" sz="1350" i="1" dirty="0" err="1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</a:t>
            </a:r>
            <a:r>
              <a:rPr lang="en-US" sz="135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packages)</a:t>
            </a:r>
            <a:endParaRPr lang="en-US" sz="1350" i="1" dirty="0"/>
          </a:p>
          <a:p>
            <a:pPr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Registry:</a:t>
            </a: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Storage for Docker images (Docker Hub)</a:t>
            </a:r>
            <a:b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5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pull official images like nginx, </a:t>
            </a:r>
            <a:r>
              <a:rPr lang="en-US" sz="1350" i="1" dirty="0" err="1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</a:t>
            </a:r>
            <a:r>
              <a:rPr lang="en-US" sz="135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i="1" dirty="0"/>
          </a:p>
        </p:txBody>
      </p:sp>
      <p:sp>
        <p:nvSpPr>
          <p:cNvPr id="11" name="Text 8"/>
          <p:cNvSpPr/>
          <p:nvPr/>
        </p:nvSpPr>
        <p:spPr>
          <a:xfrm>
            <a:off x="6215747" y="3460403"/>
            <a:ext cx="23894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"Package once, run anywhere"</a:t>
            </a:r>
            <a:endParaRPr lang="en-US" sz="1350" dirty="0"/>
          </a:p>
        </p:txBody>
      </p:sp>
      <p:pic>
        <p:nvPicPr>
          <p:cNvPr id="13" name="Resim 12" descr="metin, logo, grafik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90EFD9E-72A7-23BF-479A-69D3D5C7CD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54" b="17398"/>
          <a:stretch>
            <a:fillRect/>
          </a:stretch>
        </p:blipFill>
        <p:spPr>
          <a:xfrm>
            <a:off x="6041516" y="1075687"/>
            <a:ext cx="2633617" cy="1715774"/>
          </a:xfrm>
          <a:prstGeom prst="rect">
            <a:avLst/>
          </a:prstGeom>
        </p:spPr>
      </p:pic>
      <p:pic>
        <p:nvPicPr>
          <p:cNvPr id="17" name="Resim 16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0908976-75FD-2BA6-AE7A-2A33702B4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455" y="2900190"/>
            <a:ext cx="3579488" cy="218054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10D4D-05E1-A953-1BD8-91098D0C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F44CFC-87DE-83BF-41DF-63523A6877A5}"/>
              </a:ext>
            </a:extLst>
          </p:cNvPr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A2B2D5-53FE-F709-DAA0-7CE5A07BE6AA}"/>
              </a:ext>
            </a:extLst>
          </p:cNvPr>
          <p:cNvSpPr/>
          <p:nvPr/>
        </p:nvSpPr>
        <p:spPr>
          <a:xfrm>
            <a:off x="304800" y="304800"/>
            <a:ext cx="69197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 vs. Virtual Machines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5EC959-5B0C-3B73-780B-924D63759056}"/>
              </a:ext>
            </a:extLst>
          </p:cNvPr>
          <p:cNvSpPr/>
          <p:nvPr/>
        </p:nvSpPr>
        <p:spPr>
          <a:xfrm>
            <a:off x="304800" y="1204912"/>
            <a:ext cx="8550876" cy="3573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0"/>
              </a:spcAft>
            </a:pPr>
            <a:r>
              <a:rPr lang="en-US" sz="135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Use?</a:t>
            </a:r>
          </a:p>
          <a:p>
            <a:pPr>
              <a:spcAft>
                <a:spcPts val="1500"/>
              </a:spcAft>
            </a:pPr>
            <a:r>
              <a:rPr lang="en-US" sz="135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Machines: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different operating systems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isolation required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applications</a:t>
            </a:r>
          </a:p>
          <a:p>
            <a:pPr>
              <a:spcAft>
                <a:spcPts val="1500"/>
              </a:spcAft>
            </a:pPr>
            <a:r>
              <a:rPr lang="en-US" sz="135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Containers: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architecture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deployment and scaling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consistency</a:t>
            </a:r>
            <a:endParaRPr lang="en-US" sz="1350" dirty="0"/>
          </a:p>
        </p:txBody>
      </p:sp>
      <p:pic>
        <p:nvPicPr>
          <p:cNvPr id="10" name="Resim 9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55F2720-6800-11E8-270F-F49879DC5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571" y="1247646"/>
            <a:ext cx="5695343" cy="2238632"/>
          </a:xfrm>
          <a:prstGeom prst="rect">
            <a:avLst/>
          </a:prstGeom>
        </p:spPr>
      </p:pic>
      <p:pic>
        <p:nvPicPr>
          <p:cNvPr id="16" name="Resim 15" descr="çizgi film, balık, çizi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63BF1AC-06E2-9E93-A080-73CE12212D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533" b="36576"/>
          <a:stretch>
            <a:fillRect/>
          </a:stretch>
        </p:blipFill>
        <p:spPr>
          <a:xfrm>
            <a:off x="4847282" y="3629401"/>
            <a:ext cx="4143632" cy="136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23456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Docker</a:t>
            </a:r>
            <a:endParaRPr lang="en-US" sz="2400" dirty="0"/>
          </a:p>
        </p:txBody>
      </p:sp>
      <p:pic>
        <p:nvPicPr>
          <p:cNvPr id="33" name="Resim 32" descr="ekran görüntüsü, metin, daire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1FCE764-559E-739C-5926-A921B672F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" y="1164418"/>
            <a:ext cx="9143476" cy="358881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Kubernetes?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95400"/>
            <a:ext cx="53345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(K8s) is an open-source platform for automating deployment, scaling, and management of containerized applications.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1902941"/>
            <a:ext cx="6310184" cy="3089189"/>
          </a:xfrm>
          <a:prstGeom prst="roundRect">
            <a:avLst>
              <a:gd name="adj" fmla="val 3749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1" y="1902941"/>
            <a:ext cx="0" cy="3089189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982" y="1988864"/>
            <a:ext cx="480993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66981" y="2326158"/>
            <a:ext cx="6073861" cy="2600069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>
              <a:lnSpc>
                <a:spcPts val="2100"/>
              </a:lnSpc>
              <a:buSzPct val="100000"/>
              <a:buChar char="•"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Pods:</a:t>
            </a:r>
            <a: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Smallest deployable units</a:t>
            </a:r>
            <a:b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A pod running a web server container and a logging sidecar container together</a:t>
            </a:r>
            <a:endParaRPr lang="en-US" sz="1200" i="1" dirty="0"/>
          </a:p>
          <a:p>
            <a:pPr marL="95250" indent="-95250">
              <a:lnSpc>
                <a:spcPts val="2100"/>
              </a:lnSpc>
              <a:buSzPct val="100000"/>
              <a:buChar char="•"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Deployments:</a:t>
            </a:r>
            <a: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 pod replicas</a:t>
            </a:r>
            <a:b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Running 3 replicas of your application for high availability and load balancing</a:t>
            </a:r>
            <a:endParaRPr lang="en-US" sz="1200" i="1" dirty="0"/>
          </a:p>
          <a:p>
            <a:pPr marL="95250" indent="-95250">
              <a:lnSpc>
                <a:spcPts val="2100"/>
              </a:lnSpc>
              <a:buSzPct val="100000"/>
              <a:buChar char="•"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</a:t>
            </a:r>
            <a: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Network access to pods</a:t>
            </a:r>
            <a:b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A </a:t>
            </a:r>
            <a:r>
              <a:rPr lang="en-US" sz="1200" i="1" dirty="0" err="1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LoadBalancer</a:t>
            </a:r>
            <a:r>
              <a:rPr lang="en-US" sz="120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service exposing your web app on port 80 to external traffic</a:t>
            </a:r>
            <a:endParaRPr lang="en-US" sz="1200" i="1" dirty="0"/>
          </a:p>
          <a:p>
            <a:pPr marL="95250" indent="-95250">
              <a:lnSpc>
                <a:spcPts val="2100"/>
              </a:lnSpc>
              <a:buSzPct val="100000"/>
              <a:buChar char="•"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Nodes:</a:t>
            </a:r>
            <a: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Worker machines in cluster</a:t>
            </a:r>
            <a:b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i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Physical servers or VMs (like AWS EC2 instances) that run your containerized applications</a:t>
            </a:r>
            <a:endParaRPr lang="en-US" sz="1200" i="1" dirty="0"/>
          </a:p>
        </p:txBody>
      </p:sp>
      <p:pic>
        <p:nvPicPr>
          <p:cNvPr id="2050" name="Picture 2" descr="Kubernetes Logo and symbol, meaning, history, PNG, brand">
            <a:extLst>
              <a:ext uri="{FF2B5EF4-FFF2-40B4-BE49-F238E27FC236}">
                <a16:creationId xmlns:a16="http://schemas.microsoft.com/office/drawing/2014/main" id="{FCE656DC-1928-1A52-F61D-429C1933D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157" y="2240235"/>
            <a:ext cx="2171701" cy="122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517303"/>
            <a:ext cx="4114800" cy="2207865"/>
          </a:xfrm>
          <a:prstGeom prst="roundRect">
            <a:avLst>
              <a:gd name="adj" fmla="val 345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745903"/>
            <a:ext cx="3730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2315468"/>
            <a:ext cx="36576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Manager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(database)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24400" y="1517303"/>
            <a:ext cx="4114800" cy="2207865"/>
          </a:xfrm>
          <a:prstGeom prst="roundRect">
            <a:avLst>
              <a:gd name="adj" fmla="val 345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0" y="1745903"/>
            <a:ext cx="3730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53000" y="2315468"/>
            <a:ext cx="36576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Runtime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(containers)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4800" y="4029968"/>
            <a:ext cx="8534400" cy="739080"/>
          </a:xfrm>
          <a:prstGeom prst="roundRect">
            <a:avLst>
              <a:gd name="adj" fmla="val 10310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04800" y="4049018"/>
            <a:ext cx="8534400" cy="0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" y="4296668"/>
            <a:ext cx="823874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manages the cluster state, while </a:t>
            </a: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</a:t>
            </a:r>
            <a:r>
              <a:rPr lang="en-US" sz="12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the actual containerized applications.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Kubernetes?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485007"/>
            <a:ext cx="4114800" cy="1003846"/>
          </a:xfrm>
          <a:prstGeom prst="roundRect">
            <a:avLst>
              <a:gd name="adj" fmla="val 7591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485007"/>
            <a:ext cx="0" cy="1003846"/>
          </a:xfrm>
          <a:prstGeom prst="line">
            <a:avLst/>
          </a:prstGeom>
          <a:noFill/>
          <a:ln w="57150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0550" y="1713607"/>
            <a:ext cx="367245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Auto Management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0550" y="2060228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are automatically started and stopped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724400" y="1485007"/>
            <a:ext cx="4114800" cy="1003846"/>
          </a:xfrm>
          <a:prstGeom prst="roundRect">
            <a:avLst>
              <a:gd name="adj" fmla="val 7591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52975" y="1485007"/>
            <a:ext cx="0" cy="1003846"/>
          </a:xfrm>
          <a:prstGeom prst="line">
            <a:avLst/>
          </a:prstGeom>
          <a:noFill/>
          <a:ln w="57150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10150" y="1713607"/>
            <a:ext cx="367245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Scalability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010150" y="2060228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Easily increase or decrease pod count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04800" y="2641253"/>
            <a:ext cx="4114800" cy="1003846"/>
          </a:xfrm>
          <a:prstGeom prst="roundRect">
            <a:avLst>
              <a:gd name="adj" fmla="val 7591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3375" y="2641253"/>
            <a:ext cx="0" cy="1003846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0550" y="2869853"/>
            <a:ext cx="367245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Load Balancing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90550" y="3216473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Distributes traffic across multiple pods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724400" y="2641253"/>
            <a:ext cx="4114800" cy="1003846"/>
          </a:xfrm>
          <a:prstGeom prst="roundRect">
            <a:avLst>
              <a:gd name="adj" fmla="val 7591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52975" y="2641253"/>
            <a:ext cx="0" cy="1003846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10150" y="2869853"/>
            <a:ext cx="367245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High Availability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010150" y="3216473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pod fails, others continue running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04800" y="3797498"/>
            <a:ext cx="4114800" cy="1003846"/>
          </a:xfrm>
          <a:prstGeom prst="roundRect">
            <a:avLst>
              <a:gd name="adj" fmla="val 7591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3375" y="3797498"/>
            <a:ext cx="0" cy="1003846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0550" y="4026098"/>
            <a:ext cx="367245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Self-Healing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90550" y="437271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restarts failed containers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4724400" y="3797498"/>
            <a:ext cx="4114800" cy="1003846"/>
          </a:xfrm>
          <a:prstGeom prst="roundRect">
            <a:avLst>
              <a:gd name="adj" fmla="val 7591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52975" y="3797498"/>
            <a:ext cx="0" cy="1003846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10150" y="4026098"/>
            <a:ext cx="367245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Resource Management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010150" y="437271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and memory are automatically distributed</a:t>
            </a:r>
            <a:endParaRPr lang="en-US" sz="1125" dirty="0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Use Cases</a:t>
            </a:r>
            <a:endParaRPr lang="en-US" sz="2700" dirty="0"/>
          </a:p>
        </p:txBody>
      </p:sp>
      <p:pic>
        <p:nvPicPr>
          <p:cNvPr id="4" name="Image 0" descr="/tmp/rasterized-gradient-45e419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66800"/>
            <a:ext cx="8534400" cy="22251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400" y="1320684"/>
            <a:ext cx="8238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Best For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3400" y="1753891"/>
            <a:ext cx="80772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architectures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High-traffic web applications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applications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and CI/CD pipelines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services at scale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4800" y="3444329"/>
            <a:ext cx="2641550" cy="1453455"/>
          </a:xfrm>
          <a:prstGeom prst="roundRect">
            <a:avLst>
              <a:gd name="adj" fmla="val 5243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34642" y="3672929"/>
            <a:ext cx="58186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1892" y="4373909"/>
            <a:ext cx="24548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large-scale companies like Spotify, Netflix, Airbnb etc.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3251150" y="3444329"/>
            <a:ext cx="2641550" cy="1453455"/>
          </a:xfrm>
          <a:prstGeom prst="roundRect">
            <a:avLst>
              <a:gd name="adj" fmla="val 5243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80992" y="3672929"/>
            <a:ext cx="58186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008808" y="4469160"/>
            <a:ext cx="11260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6197501" y="3444329"/>
            <a:ext cx="2641550" cy="1453455"/>
          </a:xfrm>
          <a:prstGeom prst="roundRect">
            <a:avLst>
              <a:gd name="adj" fmla="val 5243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27342" y="3672929"/>
            <a:ext cx="58186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012083" y="4469160"/>
            <a:ext cx="1012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millions</a:t>
            </a:r>
            <a:endParaRPr lang="en-US" sz="1125" dirty="0"/>
          </a:p>
        </p:txBody>
      </p:sp>
      <p:pic>
        <p:nvPicPr>
          <p:cNvPr id="17" name="Resim 16" descr="ekran görüntüsü, çizgi film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EC741D7-9DB6-9982-C8D1-3D568FDBA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561" y="990600"/>
            <a:ext cx="4654117" cy="232046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2935" y="551665"/>
            <a:ext cx="5057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Demo Time!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119455" y="1611447"/>
            <a:ext cx="49049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Docker &amp; Kubernetes Demo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31576" y="2571750"/>
            <a:ext cx="6456133" cy="2278261"/>
          </a:xfrm>
          <a:prstGeom prst="roundRect">
            <a:avLst>
              <a:gd name="adj" fmla="val 334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65996" y="3354586"/>
            <a:ext cx="3211860" cy="118110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marL="119063" indent="-119063" algn="ctr">
              <a:lnSpc>
                <a:spcPts val="2100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05F235C-59BD-A58C-4292-5AF273E08AFF}"/>
              </a:ext>
            </a:extLst>
          </p:cNvPr>
          <p:cNvSpPr/>
          <p:nvPr/>
        </p:nvSpPr>
        <p:spPr>
          <a:xfrm>
            <a:off x="1535191" y="2767544"/>
            <a:ext cx="6101286" cy="198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Image: </a:t>
            </a: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node:18-alpine</a:t>
            </a:r>
          </a:p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Type: </a:t>
            </a: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 application container</a:t>
            </a:r>
          </a:p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 OS: </a:t>
            </a: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Alpine Linux (Much smaller than full Ubuntu/Debian images)</a:t>
            </a:r>
          </a:p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Language: </a:t>
            </a: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 (</a:t>
            </a:r>
            <a:r>
              <a:rPr lang="en-US" sz="13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Express.js</a:t>
            </a: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framework)</a:t>
            </a:r>
          </a:p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 </a:t>
            </a: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balancing demonstration - each pod returns its unique hostname</a:t>
            </a:r>
          </a:p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Type: </a:t>
            </a:r>
            <a:r>
              <a:rPr lang="en-US" sz="13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NodePort</a:t>
            </a: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(exposes on random port 30000-32767)</a:t>
            </a:r>
          </a:p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Balancer: </a:t>
            </a: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Kubernetes Service with 3 replicas distributing traffic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069" y="560189"/>
            <a:ext cx="332786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982239" y="1512689"/>
            <a:ext cx="11795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908081" y="278517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450708" y="278517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☸️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993335" y="278517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52739" y="3394770"/>
            <a:ext cx="303852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5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• Kubernetes • Modern DevOps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41234" y="4358580"/>
            <a:ext cx="3861531" cy="30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45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4458 - Software Architecture &amp; Design</a:t>
            </a:r>
            <a:endParaRPr lang="en-US" sz="1400" b="1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2496ED"/>
      </a:accent5>
      <a:accent6>
        <a:srgbClr val="4EA72E"/>
      </a:accent6>
      <a:hlink>
        <a:srgbClr val="467886"/>
      </a:hlink>
      <a:folHlink>
        <a:srgbClr val="1A6DB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670</Words>
  <Application>Microsoft Macintosh PowerPoint</Application>
  <PresentationFormat>Ekran Gösterisi (16:9)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4" baseType="lpstr">
      <vt:lpstr>Aharoni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Container &amp; Kubernetes</dc:title>
  <dc:subject>Docker &amp; Kubernetes</dc:subject>
  <dc:creator>SE 4458 Students</dc:creator>
  <cp:lastModifiedBy>ali haktan sığın</cp:lastModifiedBy>
  <cp:revision>32</cp:revision>
  <cp:lastPrinted>2025-11-18T21:04:25Z</cp:lastPrinted>
  <dcterms:created xsi:type="dcterms:W3CDTF">2025-10-29T14:07:35Z</dcterms:created>
  <dcterms:modified xsi:type="dcterms:W3CDTF">2025-11-18T21:05:04Z</dcterms:modified>
</cp:coreProperties>
</file>